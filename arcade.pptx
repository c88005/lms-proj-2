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11E26E-9E08-3893-54DA-5D35431E6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3804D4-E5C3-5A2C-AF59-00A01C46E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8C9DE-0AFC-00CF-3C04-E19C59EC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5131DB-0567-8A5C-85BD-89700557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D68038-3A45-C353-D066-E22B99E8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75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481EC-78F9-1454-E9B7-1E130B6E8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A4346-6F02-0707-1BEB-E1206B297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5EBFE-DFA4-9F11-C798-B001FDAF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38A88D-F6C1-A3DF-2943-1AA95C607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75D514-3390-D51B-6DEF-3CF94294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61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B0EC6-29A4-7573-31AA-6DB1708A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DBE2D6-88B0-F5D4-5094-330BCF4F8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73BF6D-910E-BDF9-115F-0CBC7557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0155ED-BF9E-B4BC-A8D2-932C5A3A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5A5D5D-19A2-79BB-F5D0-A1F16B07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66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1267F-789F-6945-C466-17F8CD4B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F746C9-E434-8E3D-B1DC-5127A6B12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431D70-2D15-F7D9-D6DA-6C982715A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423794-576C-98EB-05F7-340853E6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61F1A9-B55E-ADF3-9053-17E9754E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BD707D-01F1-F300-B04E-5CA52410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950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7C668-9AB3-EB29-3882-7CC434BA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9105D4-79E6-DA77-A01A-AB6A0105C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DE4F7E-6276-B7C7-C98F-DDB470308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0F957-EFB5-FC5C-1BE2-4C3EC506D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AD8F760-6DAC-F81B-F9F1-4E3DA0E9B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0F870CA-20D5-47CB-3DA4-1D76F54B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68396E-D5D7-0DB2-7978-BC80C0C5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7A4549-FAF8-CA26-E672-FB3B6314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38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AB375-0219-4E42-98AD-4DA199D65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FF32948-53B3-1749-B22F-0DF23671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1ED7EB-828D-6167-537F-34AB76BC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F2D331-B77D-E0FA-32FB-65A50674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73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017AAE-11FD-1054-7F42-DCAABB30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B87C1BE-5F41-BFD7-3268-CA93646A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A3BB13-A9DD-7F84-DB22-F440C6FF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60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1660D-1427-512C-A649-66DFDF39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3B6C11-B83A-C9E4-3D2B-11AE95969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4DAD75-7CD6-7591-E38A-F13981055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986A03-419D-60D0-2D81-9CCA3EEF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719860-D0D2-C0F8-6480-8CF16EE6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1BFA5B-B3AE-AA98-5ACD-ED06500F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5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C955C-D351-7DA5-F3E9-24A78AE11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E287ED2-4613-137F-B165-60B34C939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5F2833-CA23-EAF2-53ED-AE55A3E11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5826C2-753F-E1C6-7460-F4C3C651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BA668B-FCA1-9943-FA93-7E874E52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4A89EA-E1B6-716A-3081-7D2522F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93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AEB7A-352F-CBEB-6A0D-CFF59E4F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020119-0349-AA50-5F59-9FEF54749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1D362A-BC81-C7A3-2FE9-CD491132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A5932A-6C4B-0CA9-C33F-0A7EEC49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59C662-EF5A-743F-0269-234C5864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69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A3F2BF-1BCE-D60F-9873-EE2B22882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793F9F-EEE8-7F4E-005C-A6087F7FE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C51C56-067B-42AA-FA1B-FF8D114BD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62220D-DF06-DB02-F3D2-3A495DEC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2104F6-87FD-0F55-DA11-5EB0C890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31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3B990-0F18-939E-25D3-111DE830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BEEDDE-2AD4-6A42-4315-967DD4123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B2BC6F-F3AA-1014-C587-AD995EA6E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41B79-1869-4144-BBDC-34521AFB91FC}" type="datetimeFigureOut">
              <a:rPr lang="ru-RU" smtClean="0"/>
              <a:t>30.01.2026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F77F9E-59E0-6126-9094-F1E3ED01E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781817-5D90-BBC9-4A86-9F930756E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39047-5FDF-4BD1-9155-B916035E14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77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D2B5D3-79DB-6C8D-936E-D8F182C72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174" y="0"/>
            <a:ext cx="12266173" cy="81387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FD971C-E4CC-CC9A-DC3C-6586E9E582A0}"/>
              </a:ext>
            </a:extLst>
          </p:cNvPr>
          <p:cNvSpPr txBox="1"/>
          <p:nvPr/>
        </p:nvSpPr>
        <p:spPr>
          <a:xfrm>
            <a:off x="243191" y="0"/>
            <a:ext cx="4280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Игра написанная на языке </a:t>
            </a:r>
            <a:r>
              <a:rPr lang="en-US" sz="4000" dirty="0"/>
              <a:t>Python</a:t>
            </a:r>
            <a:r>
              <a:rPr lang="ru-RU" sz="4000" dirty="0"/>
              <a:t> на основе библиотеки </a:t>
            </a:r>
            <a:r>
              <a:rPr lang="en-US" sz="4000" dirty="0"/>
              <a:t>arcade</a:t>
            </a:r>
            <a:endParaRPr lang="ru-RU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044E42-86B2-CABF-80D9-29A7B219EF66}"/>
              </a:ext>
            </a:extLst>
          </p:cNvPr>
          <p:cNvSpPr txBox="1"/>
          <p:nvPr/>
        </p:nvSpPr>
        <p:spPr>
          <a:xfrm>
            <a:off x="7334655" y="0"/>
            <a:ext cx="46984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Сделали обучающиеся Яндекс Лицея</a:t>
            </a:r>
          </a:p>
          <a:p>
            <a:r>
              <a:rPr lang="ru-RU" sz="4000" dirty="0"/>
              <a:t>Титов Павел Алексеевич</a:t>
            </a:r>
          </a:p>
          <a:p>
            <a:r>
              <a:rPr lang="ru-RU" sz="4000" dirty="0"/>
              <a:t>Корчагин Александр Дмитриевич</a:t>
            </a:r>
          </a:p>
        </p:txBody>
      </p:sp>
    </p:spTree>
    <p:extLst>
      <p:ext uri="{BB962C8B-B14F-4D97-AF65-F5344CB8AC3E}">
        <p14:creationId xmlns:p14="http://schemas.microsoft.com/office/powerpoint/2010/main" val="184319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F8ED3DA-85B0-4B39-F464-20163FCC6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40111" cy="586691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ADF25E-FF87-A630-8CD8-3E1F5483188F}"/>
              </a:ext>
            </a:extLst>
          </p:cNvPr>
          <p:cNvSpPr txBox="1"/>
          <p:nvPr/>
        </p:nvSpPr>
        <p:spPr>
          <a:xfrm>
            <a:off x="9552562" y="0"/>
            <a:ext cx="239624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Цель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Получение навыков программирования на языке </a:t>
            </a:r>
            <a:r>
              <a:rPr lang="en-US" sz="2400" dirty="0"/>
              <a:t>Python</a:t>
            </a:r>
            <a:r>
              <a:rPr lang="ru-RU" sz="2400" dirty="0"/>
              <a:t>, путём создания игры</a:t>
            </a:r>
          </a:p>
          <a:p>
            <a:r>
              <a:rPr lang="ru-RU" sz="2400" dirty="0"/>
              <a:t>Основные 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Создание игры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Демонстрация навыков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76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2E1330-1E29-D4E9-1EE4-5E24417F5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" y="0"/>
            <a:ext cx="8797047" cy="68588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B29344-0086-CAF3-3C5A-1531F54108EA}"/>
              </a:ext>
            </a:extLst>
          </p:cNvPr>
          <p:cNvSpPr txBox="1"/>
          <p:nvPr/>
        </p:nvSpPr>
        <p:spPr>
          <a:xfrm>
            <a:off x="136186" y="4397382"/>
            <a:ext cx="88035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Основные функции: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Взаимодействие с меню(игровым)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Взаимодействие с магазином(игровым)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Нормализованная система волн противников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Увлекательный </a:t>
            </a:r>
            <a:r>
              <a:rPr lang="ru-RU" sz="3200" b="1" dirty="0" err="1"/>
              <a:t>геймплэй</a:t>
            </a:r>
            <a:endParaRPr lang="ru-RU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79317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3289FB5-52F5-D9DC-AF8A-C6B126128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653" y="0"/>
            <a:ext cx="9092693" cy="634243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6AE054B-E425-4DEE-DD78-312BDF3FB6F2}"/>
              </a:ext>
            </a:extLst>
          </p:cNvPr>
          <p:cNvSpPr txBox="1"/>
          <p:nvPr/>
        </p:nvSpPr>
        <p:spPr>
          <a:xfrm>
            <a:off x="-126459" y="1926077"/>
            <a:ext cx="4922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rgbClr val="FFC000"/>
                </a:solidFill>
              </a:rPr>
              <a:t>Главная особенность:</a:t>
            </a:r>
          </a:p>
          <a:p>
            <a:r>
              <a:rPr lang="ru-RU" sz="2800" b="1" dirty="0">
                <a:solidFill>
                  <a:srgbClr val="FFC000"/>
                </a:solidFill>
              </a:rPr>
              <a:t>этот проект больше рассчитан  для кастомизации, чтобы люди могли гибко настраивать игру под себя</a:t>
            </a:r>
            <a:endParaRPr lang="ru-RU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7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C4912A-0A80-011B-CCF0-C6694050F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36968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5AB393-3B78-B484-F119-A4A3EBEA8E6D}"/>
              </a:ext>
            </a:extLst>
          </p:cNvPr>
          <p:cNvSpPr txBox="1"/>
          <p:nvPr/>
        </p:nvSpPr>
        <p:spPr>
          <a:xfrm>
            <a:off x="2558375" y="0"/>
            <a:ext cx="902726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Преимущества кода: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schemeClr val="bg1"/>
                </a:solidFill>
              </a:rPr>
              <a:t>Гибкость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solidFill>
                  <a:schemeClr val="bg1"/>
                </a:solidFill>
              </a:rPr>
              <a:t>Полный контроль(код не привязан к стандартным модулям с ограничением)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06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46E87-F53D-D61C-BB6D-19CC3392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3983B-6F65-C64A-7D4D-E9A21D8A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>
            <a:normAutofit/>
          </a:bodyPr>
          <a:lstStyle/>
          <a:p>
            <a:r>
              <a:rPr lang="ru-RU" sz="3600" dirty="0"/>
              <a:t>В результате получилось полноценная игра с широкими возможностями. Она удобна в использовании и обладает хорошей расширяемостью. Выполненная работа полностью соответствует поставленным задачам</a:t>
            </a:r>
          </a:p>
        </p:txBody>
      </p:sp>
    </p:spTree>
    <p:extLst>
      <p:ext uri="{BB962C8B-B14F-4D97-AF65-F5344CB8AC3E}">
        <p14:creationId xmlns:p14="http://schemas.microsoft.com/office/powerpoint/2010/main" val="412302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9D344-A0CC-8A3B-9FA0-E2D45C18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953" y="1358866"/>
            <a:ext cx="5504234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4587286-42B9-A5AC-C666-6F89114ED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7" t="7702" r="7687"/>
          <a:stretch>
            <a:fillRect/>
          </a:stretch>
        </p:blipFill>
        <p:spPr>
          <a:xfrm>
            <a:off x="3599233" y="2217501"/>
            <a:ext cx="5019675" cy="3085779"/>
          </a:xfrm>
        </p:spPr>
      </p:pic>
    </p:spTree>
    <p:extLst>
      <p:ext uri="{BB962C8B-B14F-4D97-AF65-F5344CB8AC3E}">
        <p14:creationId xmlns:p14="http://schemas.microsoft.com/office/powerpoint/2010/main" val="26357045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122</Words>
  <Application>Microsoft Office PowerPoint</Application>
  <PresentationFormat>Широкоэкранный</PresentationFormat>
  <Paragraphs>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Корчагин</dc:creator>
  <cp:lastModifiedBy>Александр Корчагин</cp:lastModifiedBy>
  <cp:revision>2</cp:revision>
  <dcterms:created xsi:type="dcterms:W3CDTF">2026-01-30T09:02:24Z</dcterms:created>
  <dcterms:modified xsi:type="dcterms:W3CDTF">2026-01-30T09:54:24Z</dcterms:modified>
</cp:coreProperties>
</file>